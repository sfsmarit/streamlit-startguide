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8CAE80-36AE-D36F-AD54-C41E80414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962A87-8EB2-F3FC-B0CA-3366FD1D4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F760A0-EAAF-617B-9700-24943CF6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9F34D7-D792-63B9-FA9B-3E3D88EB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A1EC1B-3EAF-EE6F-7C1E-EFDC7E56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03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0AB8FD-03DC-F390-653E-0B03AEB9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6F6CB5-FBD0-F33A-2B0C-E0AA88A1E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016738-DD1A-082A-595F-93F0B28A8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043259-572F-4AEF-D0E0-CF3A75FFF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1485C6-8EA3-229E-8834-7008D5FA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3424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66BD17-E881-B8BC-6961-3A8A7836B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A48312D-5DE8-1417-461B-5390C3A85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67F2C1-2194-E6E6-A74B-5E940CFD8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8BE275-7A7E-FA9B-75D2-FB28EF93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DF0E4C-C4DB-C685-D8E7-AF882399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81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DBE697-C898-D562-088F-8DCEDD05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1B9161-A451-AEE9-5ACD-250657B50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1B8C6F-607F-18E4-60BE-DE2BDB3C1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F999E7-1992-957B-F587-FACADB70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4B46DA-2474-DA32-691D-1E46ED9C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FDABF9-8864-D4C2-8158-F765F3DA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8884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F2A87A-8F95-E4E1-C3B6-7E646F59D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F90F4F-97EC-B9C5-83CE-D8239F401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56E6E1-E525-1954-AFDF-F6870132C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0DB963-F683-FC77-1B1A-1C31A4B77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879515A-4024-604C-C735-BB72C305A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361FAE-F99C-06F6-85DE-10DBCAFFC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E1977CF-581E-C3DA-9FF3-316C74EC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017CB9-EEBE-7753-0B44-FA3CFA40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191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FDC2E1-2170-B881-911E-C31622BD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A2A6C2-7635-A028-4D32-731D21FC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12339E-8314-5444-2948-1B42A3DE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119AAE-CC34-AE94-2C92-A3229A5FD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91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51593FC-37E0-90F5-E25B-E44C125F9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59E7032-6521-BE4C-77D0-225217BF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6AFD54-CF06-BEA3-F97B-A905230C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4134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062E2E-4F4B-E9A8-0339-42DA749BF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CEEC43-383E-9D3F-1C0C-4E7835C82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07B6135-1C92-7D63-DB8C-746F20039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4A54A0-7F15-AF9B-FDA6-FEB5FE528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663E06-27F6-0C83-0512-BFCDA0DE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7CDA33-0C00-71F4-8675-A1FB70C9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15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D9D815-C22D-5A3E-6449-BB70B74A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E13D12F-FE49-2A39-0B70-D35DDB717B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76597D-460F-9918-3A71-D67CA80F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7DCF88-0126-9D81-DA5A-69EF981E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C41877-B329-AE34-F71A-8B04A5F7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0AAD21-B236-7B66-CB54-8043540D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98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59A778-DA25-C289-ECB2-7FF2AFFB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9904FD2-B3FB-AC9E-72D2-DD5F7B138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7267F4-EA8D-DECD-E8DE-3C47A6C3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4B42FC-9C3D-630C-A9BD-F7612DDA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848404-979A-FEAA-BA68-60CF8EA0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134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402C213-794D-26D5-F953-9877878C6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5347C0-3A96-F8BF-F4D1-6BE45CA62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F9380E-C9ED-9A52-2503-D8BF5D37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7CD8AC-C00D-53E9-EF83-C0F27551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D6E40D-C623-F0ED-2B9F-C09F0624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419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A5507B-9338-3456-04EF-E148B43CB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78ACC5-623E-8D16-FBDB-217EF49FB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280045-A92B-B5BE-E213-6B62BA4ED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BF138-2B07-4449-8062-9E20D7ABE10B}" type="datetimeFigureOut">
              <a:rPr kumimoji="1" lang="ja-JP" altLang="en-US" smtClean="0"/>
              <a:t>2025/11/29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6E43CB-F50B-7FA7-DC00-83321EBBD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1B0425-29DA-AD54-AED0-E2F21DACE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96B35-386B-466D-B281-F455572534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7532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00373CBA-03FC-D4F0-BD1E-6036C4CF4645}"/>
              </a:ext>
            </a:extLst>
          </p:cNvPr>
          <p:cNvGrpSpPr/>
          <p:nvPr/>
        </p:nvGrpSpPr>
        <p:grpSpPr>
          <a:xfrm>
            <a:off x="1825256" y="767789"/>
            <a:ext cx="8541488" cy="4827181"/>
            <a:chOff x="1825256" y="767789"/>
            <a:chExt cx="8541488" cy="4827181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6774F1F4-D13D-AEA3-6998-EF0514FFD124}"/>
                </a:ext>
              </a:extLst>
            </p:cNvPr>
            <p:cNvSpPr/>
            <p:nvPr/>
          </p:nvSpPr>
          <p:spPr>
            <a:xfrm>
              <a:off x="1825256" y="767789"/>
              <a:ext cx="8541488" cy="4827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四角形: 角を丸くする 23">
              <a:extLst>
                <a:ext uri="{FF2B5EF4-FFF2-40B4-BE49-F238E27FC236}">
                  <a16:creationId xmlns:a16="http://schemas.microsoft.com/office/drawing/2014/main" id="{E572F0D0-7E03-AA84-6929-8A523E3E3929}"/>
                </a:ext>
              </a:extLst>
            </p:cNvPr>
            <p:cNvSpPr/>
            <p:nvPr/>
          </p:nvSpPr>
          <p:spPr>
            <a:xfrm>
              <a:off x="7581901" y="2946212"/>
              <a:ext cx="2057399" cy="1743075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6DCBA938-F8A1-7C9D-7C6A-BC6A374ECA42}"/>
                </a:ext>
              </a:extLst>
            </p:cNvPr>
            <p:cNvSpPr/>
            <p:nvPr/>
          </p:nvSpPr>
          <p:spPr>
            <a:xfrm>
              <a:off x="5719197" y="1501926"/>
              <a:ext cx="1615053" cy="174307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65A034CE-7573-B521-1770-0237D5F8B096}"/>
                </a:ext>
              </a:extLst>
            </p:cNvPr>
            <p:cNvSpPr/>
            <p:nvPr/>
          </p:nvSpPr>
          <p:spPr>
            <a:xfrm>
              <a:off x="2676525" y="2943225"/>
              <a:ext cx="2809875" cy="174307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pic>
          <p:nvPicPr>
            <p:cNvPr id="1030" name="Picture 6" descr="サーバー（server） | 東阪電子機器">
              <a:extLst>
                <a:ext uri="{FF2B5EF4-FFF2-40B4-BE49-F238E27FC236}">
                  <a16:creationId xmlns:a16="http://schemas.microsoft.com/office/drawing/2014/main" id="{3767D885-2F62-19EF-75A1-00427D42F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9097" y="3497840"/>
              <a:ext cx="877994" cy="877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EEFB0B10-2A83-B12A-334E-AA31C65B3497}"/>
                </a:ext>
              </a:extLst>
            </p:cNvPr>
            <p:cNvCxnSpPr>
              <a:cxnSpLocks/>
            </p:cNvCxnSpPr>
            <p:nvPr/>
          </p:nvCxnSpPr>
          <p:spPr>
            <a:xfrm>
              <a:off x="3705225" y="3863058"/>
              <a:ext cx="684250" cy="0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円柱 10">
              <a:extLst>
                <a:ext uri="{FF2B5EF4-FFF2-40B4-BE49-F238E27FC236}">
                  <a16:creationId xmlns:a16="http://schemas.microsoft.com/office/drawing/2014/main" id="{2EFB6F2F-0CC8-7036-39FC-CCBCC4A92C1C}"/>
                </a:ext>
              </a:extLst>
            </p:cNvPr>
            <p:cNvSpPr/>
            <p:nvPr/>
          </p:nvSpPr>
          <p:spPr>
            <a:xfrm>
              <a:off x="4642499" y="3627804"/>
              <a:ext cx="367725" cy="500242"/>
            </a:xfrm>
            <a:prstGeom prst="can">
              <a:avLst>
                <a:gd name="adj" fmla="val 43959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2" name="Picture 4" descr="GitHub - about, prices, reviews 2025 - Netolink">
              <a:extLst>
                <a:ext uri="{FF2B5EF4-FFF2-40B4-BE49-F238E27FC236}">
                  <a16:creationId xmlns:a16="http://schemas.microsoft.com/office/drawing/2014/main" id="{3B6259B3-1649-CC14-6534-61AD70FB64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816" b="32020"/>
            <a:stretch/>
          </p:blipFill>
          <p:spPr bwMode="auto">
            <a:xfrm>
              <a:off x="5942580" y="1726432"/>
              <a:ext cx="1131763" cy="4093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ファイルアイコン（テキスト）">
              <a:extLst>
                <a:ext uri="{FF2B5EF4-FFF2-40B4-BE49-F238E27FC236}">
                  <a16:creationId xmlns:a16="http://schemas.microsoft.com/office/drawing/2014/main" id="{69AEC280-50D0-05A4-0C80-4298D9B1F6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8734" y="3587354"/>
              <a:ext cx="507631" cy="5895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12F3464-E43D-CAB0-19A9-48476F307416}"/>
                </a:ext>
              </a:extLst>
            </p:cNvPr>
            <p:cNvSpPr txBox="1"/>
            <p:nvPr/>
          </p:nvSpPr>
          <p:spPr>
            <a:xfrm>
              <a:off x="3673525" y="2981325"/>
              <a:ext cx="7266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 b="1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Local</a:t>
              </a:r>
              <a:endParaRPr kumimoji="1" lang="ja-JP" altLang="en-US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Meiryo UI" panose="020B0604030504040204" pitchFamily="50" charset="-128"/>
                <a:cs typeface="Calibri" panose="020F0502020204030204" pitchFamily="34" charset="0"/>
              </a:endParaRPr>
            </a:p>
          </p:txBody>
        </p:sp>
        <p:sp>
          <p:nvSpPr>
            <p:cNvPr id="17" name="円柱 16">
              <a:extLst>
                <a:ext uri="{FF2B5EF4-FFF2-40B4-BE49-F238E27FC236}">
                  <a16:creationId xmlns:a16="http://schemas.microsoft.com/office/drawing/2014/main" id="{E6E219FC-3F52-3804-2D8F-E756B315ABF4}"/>
                </a:ext>
              </a:extLst>
            </p:cNvPr>
            <p:cNvSpPr/>
            <p:nvPr/>
          </p:nvSpPr>
          <p:spPr>
            <a:xfrm>
              <a:off x="6324600" y="2253211"/>
              <a:ext cx="367725" cy="500242"/>
            </a:xfrm>
            <a:prstGeom prst="can">
              <a:avLst>
                <a:gd name="adj" fmla="val 43959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40EF4F9E-70E9-BCF6-9C66-FC008A6ECA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856" y="2790825"/>
              <a:ext cx="1007394" cy="842412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FCE4B08E-7D7F-3A04-B38D-1D39586E00F2}"/>
                </a:ext>
              </a:extLst>
            </p:cNvPr>
            <p:cNvCxnSpPr>
              <a:cxnSpLocks/>
            </p:cNvCxnSpPr>
            <p:nvPr/>
          </p:nvCxnSpPr>
          <p:spPr>
            <a:xfrm>
              <a:off x="6863802" y="2811981"/>
              <a:ext cx="1077644" cy="815823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FD3841DF-7B23-08EA-1535-B9E08F01B1D5}"/>
                </a:ext>
              </a:extLst>
            </p:cNvPr>
            <p:cNvSpPr txBox="1"/>
            <p:nvPr/>
          </p:nvSpPr>
          <p:spPr>
            <a:xfrm>
              <a:off x="7850109" y="2981325"/>
              <a:ext cx="14192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 b="1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Web Server</a:t>
              </a:r>
              <a:endParaRPr kumimoji="1" lang="ja-JP" altLang="en-US" sz="20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Meiryo UI" panose="020B0604030504040204" pitchFamily="50" charset="-128"/>
                <a:cs typeface="Calibri" panose="020F0502020204030204" pitchFamily="34" charset="0"/>
              </a:endParaRPr>
            </a:p>
          </p:txBody>
        </p:sp>
        <p:pic>
          <p:nvPicPr>
            <p:cNvPr id="8" name="Picture 6" descr="初心者による初心者のための Git 入門 | フューチャー技術ブログ">
              <a:extLst>
                <a:ext uri="{FF2B5EF4-FFF2-40B4-BE49-F238E27FC236}">
                  <a16:creationId xmlns:a16="http://schemas.microsoft.com/office/drawing/2014/main" id="{2E096695-939C-70D4-A626-B7A0FE2B47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0568" y="2253211"/>
              <a:ext cx="1336699" cy="4548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BM iユーザーに捧げるVisual Studio Code入門｜Visual Studio CodeをRPG開発に利用するための基礎知識◎特集  Part1 - アイマガジン｜i Magazine｜IS magazine">
              <a:extLst>
                <a:ext uri="{FF2B5EF4-FFF2-40B4-BE49-F238E27FC236}">
                  <a16:creationId xmlns:a16="http://schemas.microsoft.com/office/drawing/2014/main" id="{210213BB-EF4B-CBAF-735F-7E53B278F7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46" t="7680" r="18097" b="16246"/>
            <a:stretch/>
          </p:blipFill>
          <p:spPr bwMode="auto">
            <a:xfrm>
              <a:off x="2794281" y="2135735"/>
              <a:ext cx="1161398" cy="722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39708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6E1F-1483-4927-2520-DAF79E7A5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3" name="グループ化 1042">
            <a:extLst>
              <a:ext uri="{FF2B5EF4-FFF2-40B4-BE49-F238E27FC236}">
                <a16:creationId xmlns:a16="http://schemas.microsoft.com/office/drawing/2014/main" id="{DE7D08EF-7D33-CA80-8217-36E95A2C9986}"/>
              </a:ext>
            </a:extLst>
          </p:cNvPr>
          <p:cNvGrpSpPr/>
          <p:nvPr/>
        </p:nvGrpSpPr>
        <p:grpSpPr>
          <a:xfrm>
            <a:off x="1428205" y="2046514"/>
            <a:ext cx="8137933" cy="3239589"/>
            <a:chOff x="1428205" y="2046514"/>
            <a:chExt cx="8137933" cy="3239589"/>
          </a:xfrm>
        </p:grpSpPr>
        <p:sp>
          <p:nvSpPr>
            <p:cNvPr id="1039" name="正方形/長方形 1038">
              <a:extLst>
                <a:ext uri="{FF2B5EF4-FFF2-40B4-BE49-F238E27FC236}">
                  <a16:creationId xmlns:a16="http://schemas.microsoft.com/office/drawing/2014/main" id="{95BE9AA0-D4A9-FD9E-AEFE-3241644E5369}"/>
                </a:ext>
              </a:extLst>
            </p:cNvPr>
            <p:cNvSpPr/>
            <p:nvPr/>
          </p:nvSpPr>
          <p:spPr>
            <a:xfrm>
              <a:off x="1428205" y="2046514"/>
              <a:ext cx="8137933" cy="32395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DE6571F9-F43B-CC09-DF08-C8D4E61C8CAB}"/>
                </a:ext>
              </a:extLst>
            </p:cNvPr>
            <p:cNvSpPr/>
            <p:nvPr/>
          </p:nvSpPr>
          <p:spPr>
            <a:xfrm>
              <a:off x="1976847" y="2777067"/>
              <a:ext cx="4798421" cy="174307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DF16D0C7-C293-5E53-E5A2-785998B65F62}"/>
                </a:ext>
              </a:extLst>
            </p:cNvPr>
            <p:cNvSpPr/>
            <p:nvPr/>
          </p:nvSpPr>
          <p:spPr>
            <a:xfrm>
              <a:off x="3799261" y="3329577"/>
              <a:ext cx="1473050" cy="84241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48876BCC-0E32-BE57-4447-3E5BEB4F28A3}"/>
                </a:ext>
              </a:extLst>
            </p:cNvPr>
            <p:cNvCxnSpPr>
              <a:cxnSpLocks/>
            </p:cNvCxnSpPr>
            <p:nvPr/>
          </p:nvCxnSpPr>
          <p:spPr>
            <a:xfrm>
              <a:off x="3196046" y="3756430"/>
              <a:ext cx="827314" cy="0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円柱 10">
              <a:extLst>
                <a:ext uri="{FF2B5EF4-FFF2-40B4-BE49-F238E27FC236}">
                  <a16:creationId xmlns:a16="http://schemas.microsoft.com/office/drawing/2014/main" id="{82F88C05-4AEE-842E-6581-F142543C244F}"/>
                </a:ext>
              </a:extLst>
            </p:cNvPr>
            <p:cNvSpPr/>
            <p:nvPr/>
          </p:nvSpPr>
          <p:spPr>
            <a:xfrm>
              <a:off x="5897347" y="3510878"/>
              <a:ext cx="367725" cy="500242"/>
            </a:xfrm>
            <a:prstGeom prst="can">
              <a:avLst>
                <a:gd name="adj" fmla="val 43959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3" name="Picture 12" descr="ファイルアイコン（テキスト）">
              <a:extLst>
                <a:ext uri="{FF2B5EF4-FFF2-40B4-BE49-F238E27FC236}">
                  <a16:creationId xmlns:a16="http://schemas.microsoft.com/office/drawing/2014/main" id="{0108A1E4-E779-D0DD-1993-2EBFE6D606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0838" y="3172607"/>
              <a:ext cx="507631" cy="5895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D09DCAA2-6AB9-AC5B-C2CC-CD2A34D2D414}"/>
                </a:ext>
              </a:extLst>
            </p:cNvPr>
            <p:cNvSpPr txBox="1"/>
            <p:nvPr/>
          </p:nvSpPr>
          <p:spPr>
            <a:xfrm>
              <a:off x="2385164" y="2323615"/>
              <a:ext cx="7266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Local</a:t>
              </a:r>
              <a:endParaRPr kumimoji="1" lang="ja-JP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Meiryo UI" panose="020B0604030504040204" pitchFamily="50" charset="-128"/>
                <a:cs typeface="Calibri" panose="020F0502020204030204" pitchFamily="34" charset="0"/>
              </a:endParaRPr>
            </a:p>
          </p:txBody>
        </p:sp>
        <p:pic>
          <p:nvPicPr>
            <p:cNvPr id="2052" name="Picture 4" descr="CSVファイルのアイコン（マーク）：イラスト無料">
              <a:extLst>
                <a:ext uri="{FF2B5EF4-FFF2-40B4-BE49-F238E27FC236}">
                  <a16:creationId xmlns:a16="http://schemas.microsoft.com/office/drawing/2014/main" id="{C457C41F-5586-B35B-6D01-F06B26CBD2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62" t="4378" r="20425" b="4384"/>
            <a:stretch/>
          </p:blipFill>
          <p:spPr bwMode="auto">
            <a:xfrm>
              <a:off x="2426681" y="3467360"/>
              <a:ext cx="443664" cy="508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PDF - Wikipedia">
              <a:extLst>
                <a:ext uri="{FF2B5EF4-FFF2-40B4-BE49-F238E27FC236}">
                  <a16:creationId xmlns:a16="http://schemas.microsoft.com/office/drawing/2014/main" id="{A0EFA7F2-1FDD-4614-2318-306F091C5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5861" y="3756430"/>
              <a:ext cx="416040" cy="510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FFD0DE45-207E-C293-5FB2-8BE0C803270E}"/>
                </a:ext>
              </a:extLst>
            </p:cNvPr>
            <p:cNvCxnSpPr>
              <a:cxnSpLocks/>
            </p:cNvCxnSpPr>
            <p:nvPr/>
          </p:nvCxnSpPr>
          <p:spPr>
            <a:xfrm>
              <a:off x="5089320" y="3732915"/>
              <a:ext cx="693171" cy="0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12" descr="ファイルアイコン（テキスト）">
              <a:extLst>
                <a:ext uri="{FF2B5EF4-FFF2-40B4-BE49-F238E27FC236}">
                  <a16:creationId xmlns:a16="http://schemas.microsoft.com/office/drawing/2014/main" id="{A848FE7E-DDCF-9A8B-8CA3-4CAF15E5D1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020" y="3460038"/>
              <a:ext cx="507631" cy="5895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10" descr="PDF - Wikipedia">
              <a:extLst>
                <a:ext uri="{FF2B5EF4-FFF2-40B4-BE49-F238E27FC236}">
                  <a16:creationId xmlns:a16="http://schemas.microsoft.com/office/drawing/2014/main" id="{9A99EC6E-FF61-6BC7-37C2-1BE38FA9F1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4295" y="3505842"/>
              <a:ext cx="416040" cy="5103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249807F6-90F0-0BC2-EBC8-E67B52DC1804}"/>
                </a:ext>
              </a:extLst>
            </p:cNvPr>
            <p:cNvCxnSpPr>
              <a:cxnSpLocks/>
            </p:cNvCxnSpPr>
            <p:nvPr/>
          </p:nvCxnSpPr>
          <p:spPr>
            <a:xfrm>
              <a:off x="3483666" y="3775956"/>
              <a:ext cx="278437" cy="961507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FEE68CF2-A5C5-AE4D-44F2-599D1333FC92}"/>
                </a:ext>
              </a:extLst>
            </p:cNvPr>
            <p:cNvSpPr txBox="1"/>
            <p:nvPr/>
          </p:nvSpPr>
          <p:spPr>
            <a:xfrm>
              <a:off x="3502306" y="4745117"/>
              <a:ext cx="4972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add</a:t>
              </a:r>
              <a:endParaRPr kumimoji="1" lang="ja-JP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95975C41-33D9-97A0-92AF-DF14A130F24A}"/>
                </a:ext>
              </a:extLst>
            </p:cNvPr>
            <p:cNvCxnSpPr>
              <a:cxnSpLocks/>
            </p:cNvCxnSpPr>
            <p:nvPr/>
          </p:nvCxnSpPr>
          <p:spPr>
            <a:xfrm>
              <a:off x="5444722" y="3760999"/>
              <a:ext cx="297043" cy="914795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48" name="テキスト ボックス 2047">
              <a:extLst>
                <a:ext uri="{FF2B5EF4-FFF2-40B4-BE49-F238E27FC236}">
                  <a16:creationId xmlns:a16="http://schemas.microsoft.com/office/drawing/2014/main" id="{D95A698C-838C-DE69-3257-7C25C9418367}"/>
                </a:ext>
              </a:extLst>
            </p:cNvPr>
            <p:cNvSpPr txBox="1"/>
            <p:nvPr/>
          </p:nvSpPr>
          <p:spPr>
            <a:xfrm>
              <a:off x="5341263" y="4724793"/>
              <a:ext cx="8209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commit</a:t>
              </a:r>
              <a:endParaRPr kumimoji="1" lang="ja-JP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53" name="テキスト ボックス 2052">
              <a:extLst>
                <a:ext uri="{FF2B5EF4-FFF2-40B4-BE49-F238E27FC236}">
                  <a16:creationId xmlns:a16="http://schemas.microsoft.com/office/drawing/2014/main" id="{2343E576-5DC1-A72E-D9D0-B75A4792BA66}"/>
                </a:ext>
              </a:extLst>
            </p:cNvPr>
            <p:cNvSpPr txBox="1"/>
            <p:nvPr/>
          </p:nvSpPr>
          <p:spPr>
            <a:xfrm>
              <a:off x="7036162" y="4679485"/>
              <a:ext cx="58702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push</a:t>
              </a:r>
              <a:endParaRPr kumimoji="1" lang="ja-JP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060" name="グループ化 2059">
              <a:extLst>
                <a:ext uri="{FF2B5EF4-FFF2-40B4-BE49-F238E27FC236}">
                  <a16:creationId xmlns:a16="http://schemas.microsoft.com/office/drawing/2014/main" id="{A5B0BBEF-C3E1-83D2-9B56-842E4AB1CED1}"/>
                </a:ext>
              </a:extLst>
            </p:cNvPr>
            <p:cNvGrpSpPr/>
            <p:nvPr/>
          </p:nvGrpSpPr>
          <p:grpSpPr>
            <a:xfrm>
              <a:off x="7399799" y="2337424"/>
              <a:ext cx="1615053" cy="2182718"/>
              <a:chOff x="7138696" y="1523142"/>
              <a:chExt cx="1615053" cy="2182718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97B8103E-DBCF-1092-B789-4F1D3F235375}"/>
                  </a:ext>
                </a:extLst>
              </p:cNvPr>
              <p:cNvSpPr/>
              <p:nvPr/>
            </p:nvSpPr>
            <p:spPr>
              <a:xfrm>
                <a:off x="7138696" y="1962785"/>
                <a:ext cx="1615053" cy="174307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pic>
            <p:nvPicPr>
              <p:cNvPr id="12" name="Picture 4" descr="GitHub - about, prices, reviews 2025 - Netolink">
                <a:extLst>
                  <a:ext uri="{FF2B5EF4-FFF2-40B4-BE49-F238E27FC236}">
                    <a16:creationId xmlns:a16="http://schemas.microsoft.com/office/drawing/2014/main" id="{E559A96C-366E-FAD8-7821-BF0810C6F6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816" b="32020"/>
              <a:stretch/>
            </p:blipFill>
            <p:spPr bwMode="auto">
              <a:xfrm>
                <a:off x="7362079" y="1523142"/>
                <a:ext cx="1131763" cy="40930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円柱 16">
                <a:extLst>
                  <a:ext uri="{FF2B5EF4-FFF2-40B4-BE49-F238E27FC236}">
                    <a16:creationId xmlns:a16="http://schemas.microsoft.com/office/drawing/2014/main" id="{A93A79BA-1EED-9AD0-D4C3-A7976CE5C5DE}"/>
                  </a:ext>
                </a:extLst>
              </p:cNvPr>
              <p:cNvSpPr/>
              <p:nvPr/>
            </p:nvSpPr>
            <p:spPr>
              <a:xfrm>
                <a:off x="7786551" y="2701773"/>
                <a:ext cx="367725" cy="500242"/>
              </a:xfrm>
              <a:prstGeom prst="can">
                <a:avLst>
                  <a:gd name="adj" fmla="val 43959"/>
                </a:avLst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061" name="テキスト ボックス 2060">
              <a:extLst>
                <a:ext uri="{FF2B5EF4-FFF2-40B4-BE49-F238E27FC236}">
                  <a16:creationId xmlns:a16="http://schemas.microsoft.com/office/drawing/2014/main" id="{750F0FD7-C0E6-9232-5CFC-CAC731B3C12A}"/>
                </a:ext>
              </a:extLst>
            </p:cNvPr>
            <p:cNvSpPr txBox="1"/>
            <p:nvPr/>
          </p:nvSpPr>
          <p:spPr>
            <a:xfrm>
              <a:off x="5540708" y="2845895"/>
              <a:ext cx="10810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Local</a:t>
              </a:r>
            </a:p>
            <a:p>
              <a:pPr algn="ctr"/>
              <a:r>
                <a:rPr lang="en-US" altLang="ja-JP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Repository</a:t>
              </a:r>
              <a:endParaRPr kumimoji="1" lang="ja-JP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70" name="直線矢印コネクタ 2069">
              <a:extLst>
                <a:ext uri="{FF2B5EF4-FFF2-40B4-BE49-F238E27FC236}">
                  <a16:creationId xmlns:a16="http://schemas.microsoft.com/office/drawing/2014/main" id="{E492B675-9874-565D-15EA-751B8BF9C871}"/>
                </a:ext>
              </a:extLst>
            </p:cNvPr>
            <p:cNvCxnSpPr>
              <a:cxnSpLocks/>
            </p:cNvCxnSpPr>
            <p:nvPr/>
          </p:nvCxnSpPr>
          <p:spPr>
            <a:xfrm>
              <a:off x="6496594" y="3739352"/>
              <a:ext cx="1384663" cy="0"/>
            </a:xfrm>
            <a:prstGeom prst="straightConnector1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直線コネクタ 2072">
              <a:extLst>
                <a:ext uri="{FF2B5EF4-FFF2-40B4-BE49-F238E27FC236}">
                  <a16:creationId xmlns:a16="http://schemas.microsoft.com/office/drawing/2014/main" id="{1149CB3F-EBEB-B9F4-DCBD-9BF3BD183B34}"/>
                </a:ext>
              </a:extLst>
            </p:cNvPr>
            <p:cNvCxnSpPr>
              <a:cxnSpLocks/>
            </p:cNvCxnSpPr>
            <p:nvPr/>
          </p:nvCxnSpPr>
          <p:spPr>
            <a:xfrm>
              <a:off x="7018155" y="3760999"/>
              <a:ext cx="297043" cy="914795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75" name="テキスト ボックス 2074">
              <a:extLst>
                <a:ext uri="{FF2B5EF4-FFF2-40B4-BE49-F238E27FC236}">
                  <a16:creationId xmlns:a16="http://schemas.microsoft.com/office/drawing/2014/main" id="{79D98DB6-6424-0E64-7F74-84055991CF22}"/>
                </a:ext>
              </a:extLst>
            </p:cNvPr>
            <p:cNvSpPr txBox="1"/>
            <p:nvPr/>
          </p:nvSpPr>
          <p:spPr>
            <a:xfrm>
              <a:off x="7666824" y="2842133"/>
              <a:ext cx="10810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Remote</a:t>
              </a:r>
            </a:p>
            <a:p>
              <a:pPr algn="ctr"/>
              <a:r>
                <a:rPr lang="en-US" altLang="ja-JP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Repository</a:t>
              </a:r>
              <a:endParaRPr kumimoji="1" lang="ja-JP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42" name="Picture 6" descr="初心者による初心者のための Git 入門 | フューチャー技術ブログ">
              <a:extLst>
                <a:ext uri="{FF2B5EF4-FFF2-40B4-BE49-F238E27FC236}">
                  <a16:creationId xmlns:a16="http://schemas.microsoft.com/office/drawing/2014/main" id="{37A92D10-3477-7CC3-32EB-D995186778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9558" y="2361088"/>
              <a:ext cx="938121" cy="319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0243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11</Words>
  <Application>Microsoft Office PowerPoint</Application>
  <PresentationFormat>ワイド画面</PresentationFormat>
  <Paragraphs>10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Tomoo Mari</dc:creator>
  <cp:lastModifiedBy>Tomoo Mari</cp:lastModifiedBy>
  <cp:revision>9</cp:revision>
  <dcterms:created xsi:type="dcterms:W3CDTF">2025-11-25T05:31:55Z</dcterms:created>
  <dcterms:modified xsi:type="dcterms:W3CDTF">2025-11-28T22:43:34Z</dcterms:modified>
</cp:coreProperties>
</file>